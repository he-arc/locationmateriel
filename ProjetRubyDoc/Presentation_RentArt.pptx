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5" r:id="rId9"/>
    <p:sldId id="266" r:id="rId10"/>
    <p:sldId id="264" r:id="rId11"/>
    <p:sldId id="262" r:id="rId12"/>
    <p:sldId id="268" r:id="rId13"/>
    <p:sldId id="269" r:id="rId14"/>
    <p:sldId id="270" r:id="rId15"/>
    <p:sldId id="26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4868FE-3F77-422E-BDF3-D91DE61DD84A}" type="datetimeFigureOut">
              <a:rPr lang="fr-CH" smtClean="0"/>
              <a:t>17.04.2016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4ED1B-AA3D-4189-9592-41E0E00A3361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17404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8A4ED1B-AA3D-4189-9592-41E0E00A3361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68600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5790E-275F-42F2-BCC6-FF805FF34F08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09CFE-B7BF-4E81-98B5-99A5CE40C10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857FB-7322-49A7-BDA6-9569A4C6B7B3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143B2-DB96-424B-9EE2-A932DF274FD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E9559-CCAC-4583-88B3-5EBDE92D16C9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CA1FA-B04D-4D7F-B8CB-6DE95D43D1D4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7460D-CA29-4020-B1F9-D6BB43D42379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E10A166-7804-4C02-9A50-99FBA879A29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1D3D7-581D-4F9C-AEEB-E6B656CA6117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17FD-03A4-4F1D-B5A0-2DD4B8F4B78B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861EC-5EB4-4AF4-863A-118A9CC27610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04E3E-3B85-4E31-BEA3-2297218515CD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775B3-7834-4268-85CC-E7743E383037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812B9BA-BDB9-4C93-BA15-FFC2E63FDA65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://location.srvz-webapp.he-arc.ch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rubygems.org/" TargetMode="External"/><Relationship Id="rId2" Type="http://schemas.openxmlformats.org/officeDocument/2006/relationships/hyperlink" Target="http://rubyonrails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materializecss.com/" TargetMode="External"/><Relationship Id="rId4" Type="http://schemas.openxmlformats.org/officeDocument/2006/relationships/hyperlink" Target="https://www.codeschool.com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6492320" cy="2971051"/>
          </a:xfrm>
        </p:spPr>
        <p:txBody>
          <a:bodyPr/>
          <a:lstStyle/>
          <a:p>
            <a:r>
              <a:rPr lang="fr-CH" dirty="0" err="1" smtClean="0"/>
              <a:t>RentArt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smtClean="0"/>
              <a:t>Louez votre bonheur</a:t>
            </a:r>
            <a:endParaRPr lang="fr-CH" dirty="0"/>
          </a:p>
        </p:txBody>
      </p:sp>
      <p:sp>
        <p:nvSpPr>
          <p:cNvPr id="4" name="ZoneTexte 3"/>
          <p:cNvSpPr txBox="1"/>
          <p:nvPr/>
        </p:nvSpPr>
        <p:spPr>
          <a:xfrm>
            <a:off x="7547020" y="1803047"/>
            <a:ext cx="40310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 smtClean="0"/>
              <a:t>Wassim Ajjali</a:t>
            </a:r>
          </a:p>
          <a:p>
            <a:r>
              <a:rPr lang="fr-CH" dirty="0" err="1" smtClean="0"/>
              <a:t>Backend</a:t>
            </a:r>
            <a:endParaRPr lang="fr-CH" dirty="0" smtClean="0"/>
          </a:p>
          <a:p>
            <a:endParaRPr lang="fr-CH" dirty="0" smtClean="0"/>
          </a:p>
          <a:p>
            <a:endParaRPr lang="fr-CH" dirty="0"/>
          </a:p>
          <a:p>
            <a:endParaRPr lang="fr-CH" dirty="0"/>
          </a:p>
          <a:p>
            <a:endParaRPr lang="fr-CH" dirty="0" smtClean="0"/>
          </a:p>
          <a:p>
            <a:endParaRPr lang="fr-CH" dirty="0"/>
          </a:p>
          <a:p>
            <a:r>
              <a:rPr lang="fr-CH" dirty="0" smtClean="0"/>
              <a:t>Leonardo Di Stasio</a:t>
            </a:r>
          </a:p>
          <a:p>
            <a:r>
              <a:rPr lang="fr-CH" dirty="0" err="1" smtClean="0"/>
              <a:t>Frontend</a:t>
            </a:r>
            <a:endParaRPr lang="fr-CH" dirty="0" smtClean="0"/>
          </a:p>
          <a:p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DFD8E7-5471-450C-891C-86E238D394CE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050" y="832137"/>
            <a:ext cx="969317" cy="969317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050" y="2749549"/>
            <a:ext cx="969317" cy="96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579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Sommaire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Introduction</a:t>
            </a:r>
          </a:p>
          <a:p>
            <a:r>
              <a:rPr lang="fr-CH" dirty="0" smtClean="0"/>
              <a:t>Répartition des </a:t>
            </a:r>
            <a:r>
              <a:rPr lang="fr-CH" dirty="0" smtClean="0"/>
              <a:t>tâches</a:t>
            </a:r>
          </a:p>
          <a:p>
            <a:r>
              <a:rPr lang="fr-CH" dirty="0"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Schéma base de données</a:t>
            </a:r>
            <a:endParaRPr lang="fr-CH" dirty="0" smtClean="0">
              <a:latin typeface="+mj-lt"/>
            </a:endParaRPr>
          </a:p>
          <a:p>
            <a:r>
              <a:rPr lang="fr-CH" dirty="0" smtClean="0"/>
              <a:t>Fonctionnalités </a:t>
            </a:r>
          </a:p>
          <a:p>
            <a:r>
              <a:rPr lang="fr-CH" dirty="0" smtClean="0"/>
              <a:t>Librairies</a:t>
            </a:r>
          </a:p>
          <a:p>
            <a:r>
              <a:rPr lang="fr-CH" dirty="0" smtClean="0"/>
              <a:t>Démo</a:t>
            </a:r>
          </a:p>
          <a:p>
            <a:r>
              <a:rPr lang="fr-CH" dirty="0" smtClean="0"/>
              <a:t>Améliorations</a:t>
            </a:r>
          </a:p>
          <a:p>
            <a:r>
              <a:rPr lang="fr-CH" dirty="0" smtClean="0"/>
              <a:t>Conclusion</a:t>
            </a:r>
          </a:p>
          <a:p>
            <a:r>
              <a:rPr lang="fr-CH" dirty="0" smtClean="0"/>
              <a:t>Sources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784FF-D679-4CBA-AA3E-12EE606CFC87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658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Introduction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Interface web</a:t>
            </a:r>
          </a:p>
          <a:p>
            <a:r>
              <a:rPr lang="fr-CH" dirty="0"/>
              <a:t>A quoi sert notre programme ?</a:t>
            </a:r>
          </a:p>
          <a:p>
            <a:r>
              <a:rPr lang="fr-CH" dirty="0"/>
              <a:t>A qui s’adresse-t-il </a:t>
            </a:r>
            <a:r>
              <a:rPr lang="fr-CH" dirty="0" smtClean="0"/>
              <a:t>?</a:t>
            </a:r>
          </a:p>
          <a:p>
            <a:r>
              <a:rPr lang="fr-CH" dirty="0" smtClean="0"/>
              <a:t>Principe</a:t>
            </a:r>
            <a:endParaRPr lang="fr-CH" dirty="0"/>
          </a:p>
        </p:txBody>
      </p:sp>
      <p:sp>
        <p:nvSpPr>
          <p:cNvPr id="4" name="ZoneTexte 3"/>
          <p:cNvSpPr txBox="1"/>
          <p:nvPr/>
        </p:nvSpPr>
        <p:spPr>
          <a:xfrm>
            <a:off x="8754714" y="-73845"/>
            <a:ext cx="33031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Sources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585F-CEC0-4677-BCB4-FA5D534FF1C0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74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Répartition des tâches</a:t>
            </a:r>
            <a:endParaRPr lang="fr-CH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smtClean="0"/>
              <a:t>Wassim	 (</a:t>
            </a:r>
            <a:r>
              <a:rPr lang="fr-CH" dirty="0" err="1" smtClean="0"/>
              <a:t>backend</a:t>
            </a:r>
            <a:r>
              <a:rPr lang="fr-CH" dirty="0" smtClean="0"/>
              <a:t>)</a:t>
            </a:r>
            <a:endParaRPr lang="fr-CH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14729" y="3078051"/>
            <a:ext cx="5189856" cy="2783000"/>
          </a:xfrm>
        </p:spPr>
        <p:txBody>
          <a:bodyPr/>
          <a:lstStyle/>
          <a:p>
            <a:r>
              <a:rPr lang="fr-CH" dirty="0" smtClean="0"/>
              <a:t>Administration</a:t>
            </a:r>
          </a:p>
          <a:p>
            <a:r>
              <a:rPr lang="fr-CH" dirty="0" smtClean="0"/>
              <a:t>Ajout de produit</a:t>
            </a:r>
          </a:p>
          <a:p>
            <a:r>
              <a:rPr lang="fr-CH" dirty="0" smtClean="0"/>
              <a:t>Recherche</a:t>
            </a:r>
          </a:p>
          <a:p>
            <a:r>
              <a:rPr lang="fr-CH" dirty="0" smtClean="0"/>
              <a:t>Confirmation ou refus location</a:t>
            </a:r>
            <a:endParaRPr lang="fr-CH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CH" dirty="0" smtClean="0"/>
              <a:t>Leonardo (</a:t>
            </a:r>
            <a:r>
              <a:rPr lang="fr-CH" dirty="0" err="1" smtClean="0"/>
              <a:t>frontend</a:t>
            </a:r>
            <a:r>
              <a:rPr lang="fr-CH" dirty="0" smtClean="0"/>
              <a:t>)</a:t>
            </a:r>
            <a:endParaRPr lang="fr-CH" dirty="0"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87415" y="3078051"/>
            <a:ext cx="5194583" cy="2783000"/>
          </a:xfrm>
        </p:spPr>
        <p:txBody>
          <a:bodyPr/>
          <a:lstStyle/>
          <a:p>
            <a:r>
              <a:rPr lang="fr-CH" dirty="0" smtClean="0"/>
              <a:t>Affichage produits (accueil)</a:t>
            </a:r>
          </a:p>
          <a:p>
            <a:r>
              <a:rPr lang="fr-CH" dirty="0" smtClean="0"/>
              <a:t>Page produit</a:t>
            </a:r>
          </a:p>
          <a:p>
            <a:r>
              <a:rPr lang="fr-CH" dirty="0" smtClean="0"/>
              <a:t>Poser des questions</a:t>
            </a:r>
          </a:p>
          <a:p>
            <a:r>
              <a:rPr lang="fr-CH" dirty="0" smtClean="0"/>
              <a:t>Formulaire de location</a:t>
            </a:r>
            <a:endParaRPr lang="fr-CH" dirty="0"/>
          </a:p>
        </p:txBody>
      </p:sp>
      <p:sp>
        <p:nvSpPr>
          <p:cNvPr id="7" name="ZoneTexte 6"/>
          <p:cNvSpPr txBox="1"/>
          <p:nvPr/>
        </p:nvSpPr>
        <p:spPr>
          <a:xfrm>
            <a:off x="8779098" y="-6467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Répartition des </a:t>
            </a:r>
            <a:r>
              <a:rPr lang="fr-CH" sz="1400" b="1" dirty="0" smtClean="0">
                <a:solidFill>
                  <a:srgbClr val="FF0000"/>
                </a:solidFill>
              </a:rPr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Schéma base de données</a:t>
            </a:r>
            <a:endParaRPr lang="fr-CH" sz="1400" b="1" dirty="0" smtClean="0">
              <a:solidFill>
                <a:srgbClr val="FF0000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8A6F-E02E-4EFA-AAE6-7DAA96ABC37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846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1143B2-DB96-424B-9EE2-A932DF274FD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grpSp>
        <p:nvGrpSpPr>
          <p:cNvPr id="26" name="Groupe 25"/>
          <p:cNvGrpSpPr/>
          <p:nvPr/>
        </p:nvGrpSpPr>
        <p:grpSpPr>
          <a:xfrm>
            <a:off x="3203798" y="2064169"/>
            <a:ext cx="2296977" cy="2774700"/>
            <a:chOff x="614082" y="1784414"/>
            <a:chExt cx="2296975" cy="4392269"/>
          </a:xfrm>
        </p:grpSpPr>
        <p:sp>
          <p:nvSpPr>
            <p:cNvPr id="27" name="Rectangle 26"/>
            <p:cNvSpPr/>
            <p:nvPr/>
          </p:nvSpPr>
          <p:spPr>
            <a:xfrm>
              <a:off x="614082" y="2413521"/>
              <a:ext cx="2296973" cy="376316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tittle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ext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desciption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renter</a:t>
              </a:r>
            </a:p>
            <a:p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decimal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price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ate: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date_start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ate: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date_end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condition</a:t>
              </a: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14082" y="1784414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9" name="Groupe 28"/>
          <p:cNvGrpSpPr/>
          <p:nvPr/>
        </p:nvGrpSpPr>
        <p:grpSpPr>
          <a:xfrm>
            <a:off x="7273223" y="1897937"/>
            <a:ext cx="2296975" cy="1873186"/>
            <a:chOff x="614082" y="1784414"/>
            <a:chExt cx="2296975" cy="1873186"/>
          </a:xfrm>
        </p:grpSpPr>
        <p:sp>
          <p:nvSpPr>
            <p:cNvPr id="30" name="Rectangle 29"/>
            <p:cNvSpPr/>
            <p:nvPr/>
          </p:nvSpPr>
          <p:spPr>
            <a:xfrm>
              <a:off x="614082" y="2413521"/>
              <a:ext cx="2296973" cy="12440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nom : string</a:t>
              </a:r>
            </a:p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product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_id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sz="1400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sz="1400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14082" y="1784414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Image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2" name="Groupe 31"/>
          <p:cNvGrpSpPr/>
          <p:nvPr/>
        </p:nvGrpSpPr>
        <p:grpSpPr>
          <a:xfrm>
            <a:off x="6068797" y="4299780"/>
            <a:ext cx="2296977" cy="2454588"/>
            <a:chOff x="614079" y="1634920"/>
            <a:chExt cx="2296977" cy="2454588"/>
          </a:xfrm>
        </p:grpSpPr>
        <p:sp>
          <p:nvSpPr>
            <p:cNvPr id="33" name="Rectangle 32"/>
            <p:cNvSpPr/>
            <p:nvPr/>
          </p:nvSpPr>
          <p:spPr>
            <a:xfrm>
              <a:off x="614079" y="2246152"/>
              <a:ext cx="2296977" cy="184335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text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question</a:t>
              </a:r>
            </a:p>
            <a:p>
              <a:r>
                <a:rPr lang="fr-CH" sz="1400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text</a:t>
              </a:r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answer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asker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email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datetime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date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r>
                <a:rPr lang="fr-CH" sz="1400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: </a:t>
              </a:r>
              <a:r>
                <a:rPr lang="fr-CH" sz="1400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sz="14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14081" y="1634920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Questions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35" name="Groupe 34"/>
          <p:cNvGrpSpPr/>
          <p:nvPr/>
        </p:nvGrpSpPr>
        <p:grpSpPr>
          <a:xfrm>
            <a:off x="235335" y="2202401"/>
            <a:ext cx="2296975" cy="2708218"/>
            <a:chOff x="614082" y="1784414"/>
            <a:chExt cx="2296975" cy="2708218"/>
          </a:xfrm>
        </p:grpSpPr>
        <p:sp>
          <p:nvSpPr>
            <p:cNvPr id="36" name="Rectangle 35"/>
            <p:cNvSpPr/>
            <p:nvPr/>
          </p:nvSpPr>
          <p:spPr>
            <a:xfrm>
              <a:off x="614082" y="2413521"/>
              <a:ext cx="2296975" cy="207911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name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email: </a:t>
              </a: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password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 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remember_token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14082" y="1784414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Users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cxnSp>
        <p:nvCxnSpPr>
          <p:cNvPr id="38" name="Connecteur en angle 37"/>
          <p:cNvCxnSpPr/>
          <p:nvPr/>
        </p:nvCxnSpPr>
        <p:spPr>
          <a:xfrm>
            <a:off x="2532310" y="2842853"/>
            <a:ext cx="642336" cy="30623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en angle 38"/>
          <p:cNvCxnSpPr>
            <a:endCxn id="30" idx="1"/>
          </p:cNvCxnSpPr>
          <p:nvPr/>
        </p:nvCxnSpPr>
        <p:spPr>
          <a:xfrm>
            <a:off x="5529925" y="2700893"/>
            <a:ext cx="1743298" cy="44819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en angle 39"/>
          <p:cNvCxnSpPr>
            <a:stCxn id="27" idx="3"/>
            <a:endCxn id="33" idx="1"/>
          </p:cNvCxnSpPr>
          <p:nvPr/>
        </p:nvCxnSpPr>
        <p:spPr>
          <a:xfrm>
            <a:off x="5500773" y="3650230"/>
            <a:ext cx="568024" cy="218246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e 44"/>
          <p:cNvGrpSpPr/>
          <p:nvPr/>
        </p:nvGrpSpPr>
        <p:grpSpPr>
          <a:xfrm>
            <a:off x="9856708" y="2064169"/>
            <a:ext cx="2163505" cy="4793831"/>
            <a:chOff x="1302264" y="728952"/>
            <a:chExt cx="2296975" cy="3257726"/>
          </a:xfrm>
        </p:grpSpPr>
        <p:sp>
          <p:nvSpPr>
            <p:cNvPr id="46" name="Rectangle 45"/>
            <p:cNvSpPr/>
            <p:nvPr/>
          </p:nvSpPr>
          <p:spPr>
            <a:xfrm>
              <a:off x="1318318" y="1335614"/>
              <a:ext cx="2280921" cy="2651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id 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lastname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firstname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adress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string: 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city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npa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email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tring: utilisation</a:t>
              </a:r>
            </a:p>
            <a:p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oolean</a:t>
              </a:r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status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date_start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date_end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product_id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 err="1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created_at</a:t>
              </a:r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</a:p>
            <a:p>
              <a:r>
                <a:rPr lang="fr-CH" dirty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Int: </a:t>
              </a:r>
              <a:r>
                <a:rPr lang="fr-CH" dirty="0" err="1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update_at</a:t>
              </a:r>
              <a:endParaRPr lang="fr-CH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302264" y="728952"/>
              <a:ext cx="2296975" cy="629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dirty="0" smtClean="0">
                  <a:solidFill>
                    <a:schemeClr val="tx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Tenant</a:t>
              </a:r>
              <a:endParaRPr lang="fr-CH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cxnSp>
        <p:nvCxnSpPr>
          <p:cNvPr id="49" name="Connecteur en angle 48"/>
          <p:cNvCxnSpPr/>
          <p:nvPr/>
        </p:nvCxnSpPr>
        <p:spPr>
          <a:xfrm>
            <a:off x="5500773" y="4026535"/>
            <a:ext cx="4371056" cy="16939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itr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fr-CH" dirty="0">
                <a:ea typeface="Lato Thin" panose="020F0502020204030203" pitchFamily="34" charset="0"/>
                <a:cs typeface="Lato Thin" panose="020F0502020204030203" pitchFamily="34" charset="0"/>
              </a:rPr>
              <a:t>Schéma base de données</a:t>
            </a:r>
            <a:endParaRPr lang="fr-CH" dirty="0"/>
          </a:p>
        </p:txBody>
      </p:sp>
      <p:sp>
        <p:nvSpPr>
          <p:cNvPr id="74" name="ZoneTexte 73"/>
          <p:cNvSpPr txBox="1"/>
          <p:nvPr/>
        </p:nvSpPr>
        <p:spPr>
          <a:xfrm>
            <a:off x="8928472" y="-68100"/>
            <a:ext cx="34129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tâches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chemeClr val="accent5">
                    <a:lumMod val="75000"/>
                  </a:schemeClr>
                </a:solidFill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Schéma </a:t>
            </a:r>
            <a:r>
              <a:rPr lang="fr-CH" sz="1400" b="1" dirty="0">
                <a:solidFill>
                  <a:schemeClr val="accent5">
                    <a:lumMod val="75000"/>
                  </a:schemeClr>
                </a:solidFill>
                <a:latin typeface="+mj-lt"/>
                <a:ea typeface="Lato Thin" panose="020F0502020204030203" pitchFamily="34" charset="0"/>
                <a:cs typeface="Lato Thin" panose="020F0502020204030203" pitchFamily="34" charset="0"/>
              </a:rPr>
              <a:t>base de données</a:t>
            </a:r>
            <a:endParaRPr lang="fr-CH" sz="1400" b="1" dirty="0" smtClean="0">
              <a:solidFill>
                <a:schemeClr val="accent5">
                  <a:lumMod val="75000"/>
                </a:schemeClr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Sources</a:t>
            </a:r>
            <a:endParaRPr lang="fr-CH" sz="1400" dirty="0"/>
          </a:p>
        </p:txBody>
      </p:sp>
    </p:spTree>
    <p:extLst>
      <p:ext uri="{BB962C8B-B14F-4D97-AF65-F5344CB8AC3E}">
        <p14:creationId xmlns:p14="http://schemas.microsoft.com/office/powerpoint/2010/main" val="809063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 smtClean="0"/>
              <a:t>Fonctionnalités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smtClean="0"/>
              <a:t>Qu’est-ce qu’il est possible de faire ?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C37A3-FA22-47D6-9007-F206E7B3C871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293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Produits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Ajout de produit</a:t>
            </a:r>
            <a:endParaRPr lang="fr-CH" dirty="0"/>
          </a:p>
          <a:p>
            <a:r>
              <a:rPr lang="fr-CH" dirty="0" smtClean="0"/>
              <a:t>Affichage d’informations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8779098" y="-52684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5BA8C-F1D6-4EAD-9E3D-90FADFEFC2EF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12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Location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Confirmation / refus location</a:t>
            </a:r>
          </a:p>
          <a:p>
            <a:r>
              <a:rPr lang="fr-CH" dirty="0" smtClean="0"/>
              <a:t>Demander une location</a:t>
            </a:r>
          </a:p>
          <a:p>
            <a:r>
              <a:rPr lang="fr-CH" dirty="0" smtClean="0"/>
              <a:t>Gestion des dates</a:t>
            </a:r>
          </a:p>
          <a:p>
            <a:r>
              <a:rPr lang="fr-CH" dirty="0" smtClean="0"/>
              <a:t>Envoi de mail</a:t>
            </a: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E8249-8C15-4548-ADB0-F5E44E0D9723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ZoneTexte 7"/>
          <p:cNvSpPr txBox="1"/>
          <p:nvPr/>
        </p:nvSpPr>
        <p:spPr>
          <a:xfrm>
            <a:off x="8779098" y="-52684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744087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Questions produit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smtClean="0"/>
              <a:t>Questions par article</a:t>
            </a:r>
          </a:p>
          <a:p>
            <a:r>
              <a:rPr lang="fr-CH" dirty="0" smtClean="0"/>
              <a:t>Répondre aux questions</a:t>
            </a:r>
          </a:p>
          <a:p>
            <a:r>
              <a:rPr lang="fr-CH" dirty="0" smtClean="0"/>
              <a:t>Envoi de mail</a:t>
            </a:r>
            <a:endParaRPr lang="fr-CH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94BC8-FC63-4E0A-B827-E06D6F9EDDB0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ZoneTexte 6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Fonctionnalités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341802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Librairies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 err="1" smtClean="0"/>
              <a:t>Capistrano</a:t>
            </a:r>
            <a:r>
              <a:rPr lang="fr-CH" dirty="0" smtClean="0"/>
              <a:t>		: 	</a:t>
            </a:r>
            <a:r>
              <a:rPr lang="fr-CH" b="1" dirty="0" err="1" smtClean="0"/>
              <a:t>capistrano</a:t>
            </a:r>
            <a:r>
              <a:rPr lang="fr-CH" b="1" dirty="0" smtClean="0"/>
              <a:t>-rails</a:t>
            </a:r>
          </a:p>
          <a:p>
            <a:r>
              <a:rPr lang="fr-CH" dirty="0" err="1" smtClean="0"/>
              <a:t>Materialize</a:t>
            </a:r>
            <a:r>
              <a:rPr lang="fr-CH" dirty="0" smtClean="0"/>
              <a:t> 		: 	</a:t>
            </a:r>
            <a:r>
              <a:rPr lang="fr-CH" b="1" dirty="0" err="1" smtClean="0"/>
              <a:t>materialize-sass</a:t>
            </a:r>
            <a:r>
              <a:rPr lang="fr-CH" b="1" dirty="0" smtClean="0"/>
              <a:t>	</a:t>
            </a:r>
            <a:r>
              <a:rPr lang="fr-CH" dirty="0" smtClean="0"/>
              <a:t>	</a:t>
            </a:r>
          </a:p>
          <a:p>
            <a:r>
              <a:rPr lang="fr-CH" dirty="0" smtClean="0"/>
              <a:t>Administration 	: 	</a:t>
            </a:r>
            <a:r>
              <a:rPr lang="fr-CH" b="1" dirty="0" err="1" smtClean="0"/>
              <a:t>rails_admin</a:t>
            </a:r>
            <a:endParaRPr lang="fr-CH" b="1" dirty="0" smtClean="0"/>
          </a:p>
          <a:p>
            <a:r>
              <a:rPr lang="fr-CH" dirty="0" smtClean="0"/>
              <a:t>Slim-rails                :	</a:t>
            </a:r>
            <a:r>
              <a:rPr lang="fr-CH" b="1" dirty="0" smtClean="0"/>
              <a:t>slim </a:t>
            </a:r>
            <a:r>
              <a:rPr lang="fr-CH" b="1" dirty="0" err="1" smtClean="0"/>
              <a:t>view</a:t>
            </a:r>
            <a:r>
              <a:rPr lang="fr-CH" b="1" dirty="0" smtClean="0"/>
              <a:t> </a:t>
            </a:r>
            <a:endParaRPr lang="fr-CH" b="1" dirty="0" smtClean="0"/>
          </a:p>
          <a:p>
            <a:r>
              <a:rPr lang="fr-CH" dirty="0" err="1" smtClean="0"/>
              <a:t>FullCalendar</a:t>
            </a:r>
            <a:r>
              <a:rPr lang="fr-CH" dirty="0" smtClean="0"/>
              <a:t>		:	</a:t>
            </a:r>
            <a:r>
              <a:rPr lang="fr-CH" b="1" dirty="0" err="1" smtClean="0"/>
              <a:t>fullcalendar</a:t>
            </a:r>
            <a:r>
              <a:rPr lang="fr-CH" b="1" dirty="0" smtClean="0"/>
              <a:t>-rails</a:t>
            </a:r>
            <a:r>
              <a:rPr lang="fr-CH" dirty="0" smtClean="0"/>
              <a:t>, </a:t>
            </a:r>
            <a:r>
              <a:rPr lang="fr-CH" b="1" dirty="0" err="1" smtClean="0"/>
              <a:t>momentjs</a:t>
            </a:r>
            <a:r>
              <a:rPr lang="fr-CH" b="1" dirty="0" smtClean="0"/>
              <a:t>-rails</a:t>
            </a:r>
            <a:endParaRPr lang="fr-CH" b="1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05341-C71E-4EBE-AE53-120129451AE5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ZoneTexte 7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  <a:endParaRPr lang="fr-CH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 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 smtClean="0">
                <a:solidFill>
                  <a:srgbClr val="FF0000"/>
                </a:solidFill>
              </a:rPr>
              <a:t>Librairies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898080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 smtClean="0"/>
              <a:t>Démonstration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err="1" smtClean="0">
                <a:hlinkClick r:id="rId2"/>
              </a:rPr>
              <a:t>RentArt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EAA97-370E-4716-9CB0-AD6B796E4E1D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5252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Améliorations</a:t>
            </a:r>
            <a:endParaRPr lang="fr-FR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r>
              <a:rPr lang="fr-CH" dirty="0" err="1" smtClean="0"/>
              <a:t>Map</a:t>
            </a:r>
            <a:r>
              <a:rPr lang="fr-CH" dirty="0" smtClean="0"/>
              <a:t> </a:t>
            </a:r>
          </a:p>
          <a:p>
            <a:r>
              <a:rPr lang="fr-CH" dirty="0" smtClean="0"/>
              <a:t>Design </a:t>
            </a:r>
            <a:r>
              <a:rPr lang="fr-CH" dirty="0" smtClean="0"/>
              <a:t>	</a:t>
            </a:r>
          </a:p>
          <a:p>
            <a:r>
              <a:rPr lang="fr-CH" dirty="0" smtClean="0"/>
              <a:t>Ajout de critères </a:t>
            </a:r>
          </a:p>
          <a:p>
            <a:r>
              <a:rPr lang="fr-CH" dirty="0" smtClean="0"/>
              <a:t>Ajout de filtres</a:t>
            </a:r>
          </a:p>
          <a:p>
            <a:r>
              <a:rPr lang="fr-CH" b="1" dirty="0" smtClean="0"/>
              <a:t>Pagination</a:t>
            </a:r>
            <a:endParaRPr lang="fr-CH" b="1" dirty="0" smtClean="0"/>
          </a:p>
        </p:txBody>
      </p:sp>
      <p:sp>
        <p:nvSpPr>
          <p:cNvPr id="7" name="ZoneTexte 6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>
                <a:solidFill>
                  <a:srgbClr val="FF0000"/>
                </a:solidFill>
              </a:rPr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33567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Conclusion</a:t>
            </a:r>
            <a:endParaRPr lang="fr-FR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Espace réservé du contenu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r>
              <a:rPr lang="fr-CH" dirty="0" smtClean="0"/>
              <a:t>Prise en main difficile</a:t>
            </a:r>
          </a:p>
          <a:p>
            <a:pPr lvl="1"/>
            <a:r>
              <a:rPr lang="fr-CH" dirty="0"/>
              <a:t>Installation (docker</a:t>
            </a:r>
            <a:r>
              <a:rPr lang="fr-CH" dirty="0" smtClean="0"/>
              <a:t>..)</a:t>
            </a:r>
          </a:p>
          <a:p>
            <a:r>
              <a:rPr lang="fr-CH" dirty="0" smtClean="0"/>
              <a:t>Gem </a:t>
            </a:r>
          </a:p>
          <a:p>
            <a:pPr lvl="1"/>
            <a:r>
              <a:rPr lang="fr-CH" dirty="0" smtClean="0"/>
              <a:t>Service/ faciliter la tache </a:t>
            </a:r>
          </a:p>
          <a:p>
            <a:r>
              <a:rPr lang="fr-CH" dirty="0" smtClean="0"/>
              <a:t>Site fonctionnel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>
                <a:solidFill>
                  <a:srgbClr val="FF0000"/>
                </a:solidFill>
              </a:rPr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726389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Sources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>
                <a:hlinkClick r:id="rId2"/>
              </a:rPr>
              <a:t>http://rubyonrails.org</a:t>
            </a:r>
            <a:r>
              <a:rPr lang="fr-FR" dirty="0" smtClean="0">
                <a:hlinkClick r:id="rId2"/>
              </a:rPr>
              <a:t>/</a:t>
            </a:r>
            <a:endParaRPr lang="fr-FR" dirty="0" smtClean="0"/>
          </a:p>
          <a:p>
            <a:r>
              <a:rPr lang="fr-FR" dirty="0">
                <a:hlinkClick r:id="rId3"/>
              </a:rPr>
              <a:t>https://rubygems.org</a:t>
            </a:r>
            <a:r>
              <a:rPr lang="fr-FR" dirty="0" smtClean="0">
                <a:hlinkClick r:id="rId3"/>
              </a:rPr>
              <a:t>/</a:t>
            </a:r>
            <a:endParaRPr lang="fr-FR" dirty="0" smtClean="0"/>
          </a:p>
          <a:p>
            <a:r>
              <a:rPr lang="fr-FR" dirty="0">
                <a:hlinkClick r:id="rId4"/>
              </a:rPr>
              <a:t>https://www.codeschool.com</a:t>
            </a:r>
            <a:r>
              <a:rPr lang="fr-FR" dirty="0" smtClean="0">
                <a:hlinkClick r:id="rId4"/>
              </a:rPr>
              <a:t>/</a:t>
            </a:r>
            <a:endParaRPr lang="fr-FR" dirty="0" smtClean="0"/>
          </a:p>
          <a:p>
            <a:r>
              <a:rPr lang="fr-FR" dirty="0">
                <a:hlinkClick r:id="rId5"/>
              </a:rPr>
              <a:t>http://materializecss.com</a:t>
            </a:r>
            <a:r>
              <a:rPr lang="fr-FR" dirty="0" smtClean="0">
                <a:hlinkClick r:id="rId5"/>
              </a:rPr>
              <a:t>/</a:t>
            </a:r>
            <a:endParaRPr lang="fr-FR" dirty="0" smtClean="0"/>
          </a:p>
          <a:p>
            <a:r>
              <a:rPr lang="fr-FR" dirty="0"/>
              <a:t>https://openclassrooms.com/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4681B-B51D-4237-B332-FCF0C75B96FC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ZoneTexte 5"/>
          <p:cNvSpPr txBox="1"/>
          <p:nvPr/>
        </p:nvSpPr>
        <p:spPr>
          <a:xfrm>
            <a:off x="8996264" y="-48768"/>
            <a:ext cx="341290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Introduction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Répartition des </a:t>
            </a:r>
            <a:r>
              <a:rPr lang="fr-CH" sz="1400" dirty="0" smtClean="0"/>
              <a:t>tâches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>
                <a:ea typeface="Lato Thin" panose="020F0502020204030203" pitchFamily="34" charset="0"/>
                <a:cs typeface="Lato Thin" panose="020F0502020204030203" pitchFamily="34" charset="0"/>
              </a:rPr>
              <a:t>Schéma base de </a:t>
            </a:r>
            <a:r>
              <a:rPr lang="fr-CH" sz="1400" dirty="0" smtClean="0">
                <a:ea typeface="Lato Thin" panose="020F0502020204030203" pitchFamily="34" charset="0"/>
                <a:cs typeface="Lato Thin" panose="020F0502020204030203" pitchFamily="34" charset="0"/>
              </a:rPr>
              <a:t>données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Fonctionnalités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Librairies</a:t>
            </a:r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 smtClean="0"/>
              <a:t>Démo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Améliorations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dirty="0"/>
              <a:t>Conclusion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sz="1400" b="1" dirty="0">
                <a:solidFill>
                  <a:srgbClr val="FF0000"/>
                </a:solidFill>
              </a:rPr>
              <a:t>Sources</a:t>
            </a:r>
          </a:p>
          <a:p>
            <a:endParaRPr lang="fr-CH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95025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 smtClean="0"/>
              <a:t>Question(s) ?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H" dirty="0" smtClean="0"/>
              <a:t>Vous pouvez éviter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51E5-50AC-48B7-BA12-E65971CB18CA}" type="datetime1">
              <a:rPr lang="fr-CH" smtClean="0"/>
              <a:t>17.04.2016</a:t>
            </a:fld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8131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is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TM03457503[[fn=Concis]]</Template>
  <TotalTime>131</TotalTime>
  <Words>473</Words>
  <Application>Microsoft Office PowerPoint</Application>
  <PresentationFormat>Grand écran</PresentationFormat>
  <Paragraphs>250</Paragraphs>
  <Slides>15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Century Gothic</vt:lpstr>
      <vt:lpstr>Lato Thin</vt:lpstr>
      <vt:lpstr>Open Sans</vt:lpstr>
      <vt:lpstr>Wingdings 2</vt:lpstr>
      <vt:lpstr>Concis</vt:lpstr>
      <vt:lpstr>RentArt</vt:lpstr>
      <vt:lpstr>Sommaire</vt:lpstr>
      <vt:lpstr>Introduction</vt:lpstr>
      <vt:lpstr>Répartition des tâches</vt:lpstr>
      <vt:lpstr>Schéma base de données</vt:lpstr>
      <vt:lpstr>Fonctionnalités</vt:lpstr>
      <vt:lpstr>Produits</vt:lpstr>
      <vt:lpstr>Location</vt:lpstr>
      <vt:lpstr>Questions produit</vt:lpstr>
      <vt:lpstr>Librairies</vt:lpstr>
      <vt:lpstr>Démonstration</vt:lpstr>
      <vt:lpstr>Améliorations</vt:lpstr>
      <vt:lpstr>Conclusion</vt:lpstr>
      <vt:lpstr>Sources</vt:lpstr>
      <vt:lpstr>Question(s) ?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RentArt</dc:title>
  <dc:creator>Di Stasio Leonardo</dc:creator>
  <cp:lastModifiedBy>wassim ajjali</cp:lastModifiedBy>
  <cp:revision>39</cp:revision>
  <dcterms:created xsi:type="dcterms:W3CDTF">2016-04-13T10:00:40Z</dcterms:created>
  <dcterms:modified xsi:type="dcterms:W3CDTF">2016-04-17T14:05:01Z</dcterms:modified>
</cp:coreProperties>
</file>