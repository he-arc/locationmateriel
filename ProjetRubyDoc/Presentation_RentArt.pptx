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868FE-3F77-422E-BDF3-D91DE61DD84A}" type="datetimeFigureOut">
              <a:rPr lang="fr-CH" smtClean="0"/>
              <a:t>13.04.2016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4ED1B-AA3D-4189-9592-41E0E00A3361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740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4ED1B-AA3D-4189-9592-41E0E00A3361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68600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790E-275F-42F2-BCC6-FF805FF34F08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4681B-B51D-4237-B332-FCF0C75B96FC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9CFE-B7BF-4E81-98B5-99A5CE40C10A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57FB-7322-49A7-BDA6-9569A4C6B7B3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143B2-DB96-424B-9EE2-A932DF274FDA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E9559-CCAC-4583-88B3-5EBDE92D16C9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CA1FA-B04D-4D7F-B8CB-6DE95D43D1D4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7460D-CA29-4020-B1F9-D6BB43D42379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E10A166-7804-4C02-9A50-99FBA879A29C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D3D7-581D-4F9C-AEEB-E6B656CA6117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17FD-03A4-4F1D-B5A0-2DD4B8F4B78B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861EC-5EB4-4AF4-863A-118A9CC27610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04E3E-3B85-4E31-BEA3-2297218515CD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75B3-7834-4268-85CC-E7743E383037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812B9BA-BDB9-4C93-BA15-FFC2E63FDA65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tion.srvz-webapp.he-arc.ch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6492320" cy="2971051"/>
          </a:xfrm>
        </p:spPr>
        <p:txBody>
          <a:bodyPr/>
          <a:lstStyle/>
          <a:p>
            <a:r>
              <a:rPr lang="fr-CH" dirty="0" err="1" smtClean="0"/>
              <a:t>RentArt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smtClean="0"/>
              <a:t>Louez votre bonheur</a:t>
            </a:r>
            <a:endParaRPr lang="fr-CH" dirty="0"/>
          </a:p>
        </p:txBody>
      </p:sp>
      <p:sp>
        <p:nvSpPr>
          <p:cNvPr id="4" name="ZoneTexte 3"/>
          <p:cNvSpPr txBox="1"/>
          <p:nvPr/>
        </p:nvSpPr>
        <p:spPr>
          <a:xfrm>
            <a:off x="7547020" y="1803047"/>
            <a:ext cx="40310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smtClean="0"/>
              <a:t>Wassim Ajjali</a:t>
            </a:r>
          </a:p>
          <a:p>
            <a:r>
              <a:rPr lang="fr-CH" dirty="0" err="1" smtClean="0"/>
              <a:t>Backend</a:t>
            </a:r>
            <a:endParaRPr lang="fr-CH" dirty="0" smtClean="0"/>
          </a:p>
          <a:p>
            <a:endParaRPr lang="fr-CH" dirty="0" smtClean="0"/>
          </a:p>
          <a:p>
            <a:endParaRPr lang="fr-CH" dirty="0"/>
          </a:p>
          <a:p>
            <a:endParaRPr lang="fr-CH" dirty="0"/>
          </a:p>
          <a:p>
            <a:endParaRPr lang="fr-CH" dirty="0" smtClean="0"/>
          </a:p>
          <a:p>
            <a:endParaRPr lang="fr-CH" dirty="0"/>
          </a:p>
          <a:p>
            <a:r>
              <a:rPr lang="fr-CH" dirty="0" smtClean="0"/>
              <a:t>Leonardo Di Stasio</a:t>
            </a:r>
          </a:p>
          <a:p>
            <a:r>
              <a:rPr lang="fr-CH" dirty="0" err="1" smtClean="0"/>
              <a:t>Frontend</a:t>
            </a:r>
            <a:endParaRPr lang="fr-CH" dirty="0" smtClean="0"/>
          </a:p>
          <a:p>
            <a:endParaRPr lang="fr-CH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D8E7-5471-450C-891C-86E238D394CE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050" y="832137"/>
            <a:ext cx="969317" cy="96931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050" y="2749549"/>
            <a:ext cx="969317" cy="96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79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Sommaire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Introduction</a:t>
            </a:r>
          </a:p>
          <a:p>
            <a:r>
              <a:rPr lang="fr-CH" dirty="0" smtClean="0"/>
              <a:t>Répartition des tâches</a:t>
            </a:r>
          </a:p>
          <a:p>
            <a:r>
              <a:rPr lang="fr-CH" dirty="0" smtClean="0"/>
              <a:t>Fonctionnalités </a:t>
            </a:r>
          </a:p>
          <a:p>
            <a:r>
              <a:rPr lang="fr-CH" dirty="0" smtClean="0"/>
              <a:t>Librairies</a:t>
            </a:r>
          </a:p>
          <a:p>
            <a:r>
              <a:rPr lang="fr-CH" dirty="0" smtClean="0"/>
              <a:t>Démo</a:t>
            </a:r>
            <a:endParaRPr lang="fr-CH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84FF-D679-4CBA-AA3E-12EE606CFC87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65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Introduction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Interface web</a:t>
            </a:r>
          </a:p>
          <a:p>
            <a:r>
              <a:rPr lang="fr-CH" dirty="0"/>
              <a:t>A quoi sert notre programme ?</a:t>
            </a:r>
          </a:p>
          <a:p>
            <a:r>
              <a:rPr lang="fr-CH" dirty="0"/>
              <a:t>A qui s’adresse-t-il </a:t>
            </a:r>
            <a:r>
              <a:rPr lang="fr-CH" dirty="0" smtClean="0"/>
              <a:t>?</a:t>
            </a:r>
          </a:p>
          <a:p>
            <a:r>
              <a:rPr lang="fr-CH" dirty="0" smtClean="0"/>
              <a:t>Principe</a:t>
            </a:r>
            <a:endParaRPr lang="fr-CH" dirty="0"/>
          </a:p>
        </p:txBody>
      </p:sp>
      <p:sp>
        <p:nvSpPr>
          <p:cNvPr id="4" name="ZoneTexte 3"/>
          <p:cNvSpPr txBox="1"/>
          <p:nvPr/>
        </p:nvSpPr>
        <p:spPr>
          <a:xfrm>
            <a:off x="8779098" y="447188"/>
            <a:ext cx="3412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b="1" dirty="0" smtClean="0">
                <a:solidFill>
                  <a:srgbClr val="FF0000"/>
                </a:solidFill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Répartition des tâches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Librairies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Démo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585F-CEC0-4677-BCB4-FA5D534FF1C0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4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Répartition des tâches</a:t>
            </a:r>
            <a:endParaRPr lang="fr-CH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Wassim	 (</a:t>
            </a:r>
            <a:r>
              <a:rPr lang="fr-CH" dirty="0" err="1" smtClean="0"/>
              <a:t>backend</a:t>
            </a:r>
            <a:r>
              <a:rPr lang="fr-CH" dirty="0" smtClean="0"/>
              <a:t>)</a:t>
            </a:r>
            <a:endParaRPr lang="fr-CH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14729" y="3078051"/>
            <a:ext cx="5189856" cy="2783000"/>
          </a:xfrm>
        </p:spPr>
        <p:txBody>
          <a:bodyPr/>
          <a:lstStyle/>
          <a:p>
            <a:r>
              <a:rPr lang="fr-CH" dirty="0" smtClean="0"/>
              <a:t>Administration</a:t>
            </a:r>
          </a:p>
          <a:p>
            <a:r>
              <a:rPr lang="fr-CH" dirty="0" smtClean="0"/>
              <a:t>Ajout de produit</a:t>
            </a:r>
          </a:p>
          <a:p>
            <a:r>
              <a:rPr lang="fr-CH" dirty="0" smtClean="0"/>
              <a:t>Recherche</a:t>
            </a:r>
          </a:p>
          <a:p>
            <a:r>
              <a:rPr lang="fr-CH" dirty="0" smtClean="0"/>
              <a:t>Confirmation ou refus location</a:t>
            </a:r>
            <a:endParaRPr lang="fr-CH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H" dirty="0" smtClean="0"/>
              <a:t>Leonardo (</a:t>
            </a:r>
            <a:r>
              <a:rPr lang="fr-CH" dirty="0" err="1" smtClean="0"/>
              <a:t>frontend</a:t>
            </a:r>
            <a:r>
              <a:rPr lang="fr-CH" dirty="0" smtClean="0"/>
              <a:t>)</a:t>
            </a:r>
            <a:endParaRPr lang="fr-CH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87415" y="3078051"/>
            <a:ext cx="5194583" cy="2783000"/>
          </a:xfrm>
        </p:spPr>
        <p:txBody>
          <a:bodyPr/>
          <a:lstStyle/>
          <a:p>
            <a:r>
              <a:rPr lang="fr-CH" dirty="0" smtClean="0"/>
              <a:t>Affichage produits (accueil)</a:t>
            </a:r>
          </a:p>
          <a:p>
            <a:r>
              <a:rPr lang="fr-CH" dirty="0" smtClean="0"/>
              <a:t>Page produit</a:t>
            </a:r>
          </a:p>
          <a:p>
            <a:r>
              <a:rPr lang="fr-CH" dirty="0" smtClean="0"/>
              <a:t>Poser des questions</a:t>
            </a:r>
          </a:p>
          <a:p>
            <a:r>
              <a:rPr lang="fr-CH" dirty="0" smtClean="0"/>
              <a:t>Formulaire de location</a:t>
            </a:r>
            <a:endParaRPr lang="fr-CH" dirty="0"/>
          </a:p>
        </p:txBody>
      </p:sp>
      <p:sp>
        <p:nvSpPr>
          <p:cNvPr id="7" name="ZoneTexte 6"/>
          <p:cNvSpPr txBox="1"/>
          <p:nvPr/>
        </p:nvSpPr>
        <p:spPr>
          <a:xfrm>
            <a:off x="8779098" y="447188"/>
            <a:ext cx="3412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b="1" dirty="0" smtClean="0">
                <a:solidFill>
                  <a:srgbClr val="FF0000"/>
                </a:solidFill>
              </a:rPr>
              <a:t>Répartition des tâches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Librairies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Démo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8A6F-E02E-4EFA-AAE6-7DAA96ABC37A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4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 smtClean="0"/>
              <a:t>Fonctionnalités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smtClean="0"/>
              <a:t>Qu’est-ce qu’il est possible de faire ?</a:t>
            </a:r>
            <a:endParaRPr lang="fr-CH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C37A3-FA22-47D6-9007-F206E7B3C871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9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Produits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Ajout de produit</a:t>
            </a:r>
            <a:endParaRPr lang="fr-CH" dirty="0"/>
          </a:p>
          <a:p>
            <a:r>
              <a:rPr lang="fr-CH" dirty="0" smtClean="0"/>
              <a:t>Affichage d’informations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779098" y="447188"/>
            <a:ext cx="3412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Répartition des tâches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b="1" dirty="0" smtClean="0">
                <a:solidFill>
                  <a:srgbClr val="FF0000"/>
                </a:solidFill>
              </a:rPr>
              <a:t>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Librairies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Démo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5BA8C-F1D6-4EAD-9E3D-90FADFEFC2EF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1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Location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Confirmation / refus location</a:t>
            </a:r>
          </a:p>
          <a:p>
            <a:r>
              <a:rPr lang="fr-CH" dirty="0" smtClean="0"/>
              <a:t>Demander une location</a:t>
            </a:r>
          </a:p>
          <a:p>
            <a:r>
              <a:rPr lang="fr-CH" dirty="0" smtClean="0"/>
              <a:t>Gestion des dates</a:t>
            </a:r>
          </a:p>
          <a:p>
            <a:r>
              <a:rPr lang="fr-CH" dirty="0" smtClean="0"/>
              <a:t>Envoi de mail</a:t>
            </a:r>
            <a:endParaRPr lang="fr-CH" dirty="0"/>
          </a:p>
        </p:txBody>
      </p:sp>
      <p:sp>
        <p:nvSpPr>
          <p:cNvPr id="4" name="ZoneTexte 3"/>
          <p:cNvSpPr txBox="1"/>
          <p:nvPr/>
        </p:nvSpPr>
        <p:spPr>
          <a:xfrm>
            <a:off x="8779098" y="447188"/>
            <a:ext cx="3412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Répartition des tâches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b="1" dirty="0" smtClean="0">
                <a:solidFill>
                  <a:srgbClr val="FF0000"/>
                </a:solidFill>
              </a:rPr>
              <a:t>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Librairies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Démo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8249-8C15-4548-ADB0-F5E44E0D9723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8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Questions produit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Questions par article</a:t>
            </a:r>
          </a:p>
          <a:p>
            <a:r>
              <a:rPr lang="fr-CH" dirty="0" smtClean="0"/>
              <a:t>Répondre aux questions</a:t>
            </a:r>
          </a:p>
          <a:p>
            <a:r>
              <a:rPr lang="fr-CH" dirty="0" smtClean="0"/>
              <a:t>Envoi de mail</a:t>
            </a:r>
            <a:endParaRPr lang="fr-CH" dirty="0"/>
          </a:p>
        </p:txBody>
      </p:sp>
      <p:sp>
        <p:nvSpPr>
          <p:cNvPr id="4" name="ZoneTexte 3"/>
          <p:cNvSpPr txBox="1"/>
          <p:nvPr/>
        </p:nvSpPr>
        <p:spPr>
          <a:xfrm>
            <a:off x="8779098" y="447188"/>
            <a:ext cx="3412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Répartition des tâches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b="1" dirty="0" smtClean="0">
                <a:solidFill>
                  <a:srgbClr val="FF0000"/>
                </a:solidFill>
              </a:rPr>
              <a:t>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Librairies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Démo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4BC8-FC63-4E0A-B827-E06D6F9EDDB0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80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Librairies</a:t>
            </a:r>
            <a:endParaRPr lang="fr-CH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 smtClean="0"/>
              <a:t>Capistrano</a:t>
            </a:r>
            <a:r>
              <a:rPr lang="fr-CH" dirty="0" smtClean="0"/>
              <a:t>		: 	</a:t>
            </a:r>
            <a:r>
              <a:rPr lang="fr-CH" b="1" dirty="0" err="1" smtClean="0"/>
              <a:t>capistrano</a:t>
            </a:r>
            <a:r>
              <a:rPr lang="fr-CH" b="1" dirty="0" smtClean="0"/>
              <a:t>-rails</a:t>
            </a:r>
          </a:p>
          <a:p>
            <a:r>
              <a:rPr lang="fr-CH" dirty="0" err="1" smtClean="0"/>
              <a:t>Materialize</a:t>
            </a:r>
            <a:r>
              <a:rPr lang="fr-CH" dirty="0" smtClean="0"/>
              <a:t> 		: 	</a:t>
            </a:r>
            <a:r>
              <a:rPr lang="fr-CH" b="1" dirty="0" err="1" smtClean="0"/>
              <a:t>materialize-sass</a:t>
            </a:r>
            <a:r>
              <a:rPr lang="fr-CH" b="1" dirty="0" smtClean="0"/>
              <a:t>	</a:t>
            </a:r>
            <a:r>
              <a:rPr lang="fr-CH" dirty="0" smtClean="0"/>
              <a:t>	</a:t>
            </a:r>
          </a:p>
          <a:p>
            <a:r>
              <a:rPr lang="fr-CH" dirty="0" smtClean="0"/>
              <a:t>Administration 	: 	</a:t>
            </a:r>
            <a:r>
              <a:rPr lang="fr-CH" b="1" dirty="0" err="1" smtClean="0"/>
              <a:t>rails_admin</a:t>
            </a:r>
            <a:endParaRPr lang="fr-CH" b="1" dirty="0" smtClean="0"/>
          </a:p>
          <a:p>
            <a:r>
              <a:rPr lang="fr-CH" dirty="0" err="1" smtClean="0"/>
              <a:t>FullCalendar</a:t>
            </a:r>
            <a:r>
              <a:rPr lang="fr-CH" dirty="0" smtClean="0"/>
              <a:t>		:	</a:t>
            </a:r>
            <a:r>
              <a:rPr lang="fr-CH" b="1" dirty="0" err="1" smtClean="0"/>
              <a:t>fullcalendar</a:t>
            </a:r>
            <a:r>
              <a:rPr lang="fr-CH" b="1" dirty="0" smtClean="0"/>
              <a:t>-rails</a:t>
            </a:r>
            <a:r>
              <a:rPr lang="fr-CH" dirty="0" smtClean="0"/>
              <a:t>, </a:t>
            </a:r>
            <a:r>
              <a:rPr lang="fr-CH" b="1" dirty="0" err="1" smtClean="0"/>
              <a:t>momentjs</a:t>
            </a:r>
            <a:r>
              <a:rPr lang="fr-CH" b="1" dirty="0" smtClean="0"/>
              <a:t>-rails</a:t>
            </a:r>
            <a:endParaRPr lang="fr-CH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779098" y="447188"/>
            <a:ext cx="3412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Répartition des tâches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Fonctionnalités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b="1" dirty="0" smtClean="0">
                <a:solidFill>
                  <a:srgbClr val="FF0000"/>
                </a:solidFill>
              </a:rPr>
              <a:t>Librairies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400" dirty="0" smtClean="0"/>
              <a:t>Démo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5341-C71E-4EBE-AE53-120129451AE5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80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 smtClean="0"/>
              <a:t>Démonstration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err="1" smtClean="0">
                <a:hlinkClick r:id="rId2"/>
              </a:rPr>
              <a:t>RentArt</a:t>
            </a:r>
            <a:endParaRPr lang="fr-CH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AA97-370E-4716-9CB0-AD6B796E4E1D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25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 smtClean="0"/>
              <a:t>Question(s) ?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 smtClean="0"/>
              <a:t>Vous pouvez éviter</a:t>
            </a:r>
            <a:endParaRPr lang="fr-CH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51E5-50AC-48B7-BA12-E65971CB18CA}" type="datetime1">
              <a:rPr lang="fr-CH" smtClean="0"/>
              <a:t>13.04.2016</a:t>
            </a:fld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13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i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TM03457503[[fn=Concis]]</Template>
  <TotalTime>84</TotalTime>
  <Words>177</Words>
  <Application>Microsoft Office PowerPoint</Application>
  <PresentationFormat>Grand écran</PresentationFormat>
  <Paragraphs>109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2</vt:lpstr>
      <vt:lpstr>Concis</vt:lpstr>
      <vt:lpstr>RentArt</vt:lpstr>
      <vt:lpstr>Sommaire</vt:lpstr>
      <vt:lpstr>Introduction</vt:lpstr>
      <vt:lpstr>Répartition des tâches</vt:lpstr>
      <vt:lpstr>Fonctionnalités</vt:lpstr>
      <vt:lpstr>Produits</vt:lpstr>
      <vt:lpstr>Location</vt:lpstr>
      <vt:lpstr>Questions produit</vt:lpstr>
      <vt:lpstr>Librairies</vt:lpstr>
      <vt:lpstr>Démonstration</vt:lpstr>
      <vt:lpstr>Question(s) 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RentArt</dc:title>
  <dc:creator>Di Stasio Leonardo</dc:creator>
  <cp:lastModifiedBy>Di Stasio Leonardo</cp:lastModifiedBy>
  <cp:revision>31</cp:revision>
  <dcterms:created xsi:type="dcterms:W3CDTF">2016-04-13T10:00:40Z</dcterms:created>
  <dcterms:modified xsi:type="dcterms:W3CDTF">2016-04-13T11:24:51Z</dcterms:modified>
</cp:coreProperties>
</file>